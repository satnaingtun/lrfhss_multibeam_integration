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Speech script:
This detailed deck is equation-first.
I will define symbols, derive each block, and then combine the blocks into a final recurrence.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Speech script:
These are the communication and state variables.
They form the input to each simulation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Speech script:
These are the power-system parameters and outputs.
Keep this slide as reference for the remaining equations.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Speech script:
This slide maps each equation symbol to the exact implementation variable.
It helps reviewers verify that the math and code are consistent.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Speech script:
Mode is decided first.
Battery safety, visibility, no traffic, or no allocated demods can force sleep.
Otherwise, threshold logic separates idle and busy operation, including low-load idle.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Speech script:
Mode becomes hardware allocation here.
This is the bridge from policy to decoding capability.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Speech script:
Utilization compares demand to demod capacity.
This gives a normalized stress variable between zero and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Speech script:
Sleep is baseline-only power.
Idle and busy add demod power, scaled by utilization.
Busy coefficients are larger than idle by design.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Speech script:
Visibility gates generation.
Surplus is the key sign variable:
positive means potential charging, negative means required discharging.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Speech script:
This captures CV-like taper near full battery.
It limits accepted charging power as SoC approaches 100 percent.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Speech script:
This is a piecewise branch written compactly.
Only one branch is active at a time:
charging branch for positive surplus, discharging branch for negative surplus.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Speech script:
We integrate power over step duration to get energy change.
Then convert energy to SoC percentage.
Clip ensures physically valid SoC bounds.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Speech script:
This one-line chain is the full algorithm.
Every block is deterministic once parameters are set.
In code, this chain is applied as a one-step scenario update rather than a multi-step temporal rollout across scenarios.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Speech script:
This is the most important derived simplification.
When surplus is positive, charging can still be capped by acceptance.
When surplus is negative, net power simply follows deficit.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Speech script:
This model is intentionally lightweight.
It is great for control and system-level trade space analysis.
It should be complemented by high-fidelity models for final verification.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Speech script:
These checks are quick sanity tests for implementation correctness.
If any fail, either parameters or code logic should be reviewed.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Speech script:
These references justify the foundational equations.
Our contribution is how we combine and adapt them for LR-FHSS demodulator-constrained operation; some blocks are inspired approximations.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Speech script:
These references support the EPS generation-load balance and the charge taper concept near full SoC.
They underpin the power and battery blocks of our recurrence.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Detailed Theory</dc:title>
  <dc:subject>PptxGenJS Presentation</dc:subject>
  <dc:creator>Created by Marp</dc:creator>
  <cp:lastModifiedBy>Created by Marp</cp:lastModifiedBy>
  <cp:revision>1</cp:revision>
  <dcterms:created xsi:type="dcterms:W3CDTF">2026-03-26T05:01:22Z</dcterms:created>
  <dcterms:modified xsi:type="dcterms:W3CDTF">2026-03-26T05:01:22Z</dcterms:modified>
</cp:coreProperties>
</file>