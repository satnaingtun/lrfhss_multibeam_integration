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Introduce the scope and emphasize this is a full pipeline from satellite geometry to decoding KPIs.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State that the main question is where performance breaks first under heavy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Walk through quickly and mention modularity for future extensions.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Highlight reproducibility and zero-manual setup from dependency bootstrap.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Explain that this is a simple policy baseline and can be replaced by smarter adaptive policies.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Emphasize this loop is the experiment matrix: nodes x demods.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Mention that CSV supports post-analysis while PNG enables immediate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Use this slide to confirm coverage and reassure audience the sweep is broad.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Stress that collision behavior, not only demod budget, dominates in heavy-load regimes.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Mention first command for default execution and second for custom sweeps.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Position these as actionable next steps for stronger experimental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End by tying technical findings to practical optimization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Workflow Presentation + Detailed Explanation</dc:title>
  <dc:subject>PptxGenJS Presentation</dc:subject>
  <dc:creator>Created by Marp</dc:creator>
  <cp:lastModifiedBy>Created by Marp</cp:lastModifiedBy>
  <cp:revision>1</cp:revision>
  <dcterms:created xsi:type="dcterms:W3CDTF">2026-03-13T09:46:15Z</dcterms:created>
  <dcterms:modified xsi:type="dcterms:W3CDTF">2026-03-13T09:46:15Z</dcterms:modified>
</cp:coreProperties>
</file>