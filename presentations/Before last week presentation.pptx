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full workflow.
Each stage depends on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satellite operates in a Low Earth Orbit at 600 km altitude.
The nearly circular orbit (e=0.001) with near-polar inclination (86.4°) 
provides global coverage, which is ideal for LEO IoT networks like LoRaWAN.
With an orbital period of ~97 minutes, the satellite completes roughly 
15 passes per day. The velocity of 7,560 m/s is typical for LEO constellations.
This configuration is based on Keplerian propagation with two-body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Keplerian orbit propagation defines satellite motion.
The mean motion $n$ depends on the semi-major axis.
We solve Kepler's equation using Newton-Raphson iteration to find 
the eccentric anomaly, then compute satellite position in inertial coordinates.
This propagation is deterministic and highly accurate for our 600 km LEO orbit.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varies with geometry and affects signal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Mathematical Model
$$
\xi_c(t)=\frac{A_{overlap,c}}{A_c}, \quad
P_{eff}(t)=\sum_c P_c \, \xi_c(t)
$$
**Key Variables:**
- $A_{overlap,c}$: area where satellite footprint intersects country $c$
- $A_c$: total area of country $c$  
- $P_c$: population living in country $c$ (from UN data)
- $P_{eff}(t)$: effective covered population — the number of people who *can be reached* at time $t$
- $\xi_c(t)$: coverage factor (0 to 1) — fraction of country $c$ under the satellite at time $t$
This slide maps geometric overlap into covered population.
We multiply the coverage fraction by total population to get reachable users.
The sum over all countries gives the instantaneous effective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loss depends on distance and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defines signal quality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how successful payload delivery diverges from offered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supports the channel-quality discussion with measured ECDFs.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Collision aggregated across all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supports the system-level collision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depends on system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links decoding saturation to demodulator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links congestion events to power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shows contributions, right shows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Workflow</dc:title>
  <dc:subject>PptxGenJS Presentation</dc:subject>
  <dc:creator>Created by Marp</dc:creator>
  <cp:lastModifiedBy>Created by Marp</cp:lastModifiedBy>
  <cp:revision>1</cp:revision>
  <dcterms:created xsi:type="dcterms:W3CDTF">2026-04-14T00:32:37Z</dcterms:created>
  <dcterms:modified xsi:type="dcterms:W3CDTF">2026-04-14T00:32:37Z</dcterms:modified>
</cp:coreProperties>
</file>