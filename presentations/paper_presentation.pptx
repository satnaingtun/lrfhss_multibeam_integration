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Good [morning/afternoon]. This presentation summarizes our cross-layer study that integrates LR-FHSS decoding, multi-beam LEO visibility, and battery-aware demodulator control in one simulation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Most studies optimize only one layer, but in satellites, communication performance and onboard energy are tightly coupled. This motivates a joint model instead of isolated analyses.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At each simulation step, we decide operation mode and demodulator allocation using load, visibility, and battery state, then evaluate both decoding success and energy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The key novelty is not only the workflow integration but also a formal consistency check showing why the energy model is scientifically reasonable with respect to prior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This is the full loop we execute for each operating point. The important part is the feedback: allocation affects power, and power affects future allocation through battery SoC.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We use a bounded utilization model and an affine, mode-dependent power law. This captures low-to-high activity transitions while keeping the model simple and controllable.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Visibility gates generation, and the battery evolves from net power after efficiency losses. The clip operation enforces physical SoC bounds between 0 and 100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We intentionally use a first-order CC-CV-inspired taper to represent practical charge saturation behavior, without adding heavy electrochemical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These propositions justify that the model is physically coherent and mathematically stable. They are the bridge between implementation convenience and scientific defensibility.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This heavy-load grid is designed to expose bottlenecks and tradeoffs. It spans very low to very high traffic, with conservative to aggressive demodulator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Decoding improves with more demodulators, but scaling is sublinear under congestion. This confirms demodulator constraints as a dominant bottleneck at high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This is the central tradeoff: adding demodulators helps throughput but can move the platform into energy deficit, which is risky for longer mission operation.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At the highest load, increasing demodulators gives clear decoding gains, but collision counts remain high and battery drops more as power demand increases.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These references are cited only where model assumptions directly correlate with established methods, ensuring citation accuracy and scientific integrity.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**Speaking script**
In summary, the framework demonstrates a practical path for jointly optimizing communication capacity and energy sustainability. Next, we will add statistical robustness and adaptive control policies.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 Presentation: Cross-Layer LR-FHSS and Multi-Beam LEO Integration</dc:title>
  <dc:subject>PptxGenJS Presentation</dc:subject>
  <dc:creator>Created by Marp</dc:creator>
  <cp:lastModifiedBy>Created by Marp</cp:lastModifiedBy>
  <cp:revision>1</cp:revision>
  <dcterms:created xsi:type="dcterms:W3CDTF">2026-04-06T05:22:50Z</dcterms:created>
  <dcterms:modified xsi:type="dcterms:W3CDTF">2026-04-06T05:22:50Z</dcterms:modified>
</cp:coreProperties>
</file>