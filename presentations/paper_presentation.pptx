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Good [morning/afternoon]. This presentation summarizes our cross-layer study that integrates LR-FHSS decoding, multi-beam LEO visibility, and battery-aware demodulator control in one simulation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Most studies optimize only one layer, but in satellites, communication performance and onboard energy are tightly coupled. This motivates a joint model instead of isolated analyses.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At each simulation step, we decide operation mode and demodulator allocation using load, visibility, and battery state, then evaluate both decoding success and energy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The key novelty is not only the workflow integration but also a formal consistency check showing why the energy model is scientifically reasonable with respect to prior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This is the full loop we execute for each operating point. The important part is the feedback: allocation affects power, and power affects future allocation through battery SoC.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We use a bounded utilization model and an affine, mode-dependent power law. This captures low-to-high activity transitions while keeping the model simple and controllable.
Details:
- rho is utilization ratio; N_t/(8D) is demand/capacity.
- min(1, .) caps utilization at 100%, with rho &lt; 1 underutilized and rho = 1 saturated.
- Queue-free approximation: no buffering modeled.
- Equivalent compact form: P_total = P_base + P_RF + D * P_demod(rho).
- Power scales linearly with D; per-demod power is bounded from idle to peak.
- Assumes independent demodulator scaling (no shared bottleneck).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Visibility gates generation, and the battery evolves from net power after efficiency losses. The clip operation enforces physical SoC bounds between 0 and 100 percent.
Apanel is panel area (m2), Gsun is solar irradiance
(W/m2), and ηpanel is dimensionless efficiency
Details:
- G_sun is approximately 1361 W/m^2 in space.
- During eclipse, P_gen = 0.
- No incidence-angle loss is modeled.
- P_net &gt; 0 means charging, P_net &lt; 0 means discharging.
- DeltaE uses eta_ch * max(P_net,0) * Delta t - (1/eta_dis) * max(-P_net,0) * Delta t.
- Delta t must be in hours for Wh consistency.
- SoC update is linearized and ignores nonlinear battery-voltage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We intentionally use a first-order CC-CV-inspired taper to represent practical charge saturation behavior, without adding heavy electrochemical complexity.
Assumptions:
- ideal battery model
- no thermal effects
- linear/affine power scaling
- no degradation/aging dynamics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These propositions justify that the model is physically coherent and mathematically stable. They are the bridge between implementation convenience and scientific defensibility.
Validation note: this model is first-order and not hardware-calibrated.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This heavy-load grid is designed to expose bottlenecks and tradeoffs. It spans very low to very high traffic, with conservative to aggressive demodulator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Decoding improves with more demodulators, but scaling is sublinear under congestion. This confirms demodulator constraints as a dominant bottleneck at high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This is the central tradeoff: adding demodulators helps throughput but can move the platform into energy deficit, which is risky for longer mission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At the highest load, increasing demodulators gives clear decoding gains, but collision counts remain high and battery drops more as power demand increases.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These references are cited only where model assumptions directly correlate with established methods, ensuring citation accuracy and scientific 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**Speaking script**
In summary, the framework demonstrates a practical path for jointly optimizing communication capacity and energy sustainability. Next, we will add statistical robustness and adaptive control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Presentation: Cross-Layer LR-FHSS and Multi-Beam LEO Integration</dc:title>
  <dc:subject>PptxGenJS Presentation</dc:subject>
  <dc:creator>Created by Marp</dc:creator>
  <cp:lastModifiedBy>Created by Marp</cp:lastModifiedBy>
  <cp:revision>1</cp:revision>
  <dcterms:created xsi:type="dcterms:W3CDTF">2026-04-06T07:51:18Z</dcterms:created>
  <dcterms:modified xsi:type="dcterms:W3CDTF">2026-04-06T07:51:18Z</dcterms:modified>
</cp:coreProperties>
</file>