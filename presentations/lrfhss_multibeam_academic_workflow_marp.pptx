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explains the full workflow.
Each stage depends on the previous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Keplerian orbit propagation defines satellite motion.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Distance varies with geometry and affects signal strength.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 Study on NR to Support NTN (TR 38.811)
### 3GPP
$$
\xi_c(t)=\frac{A_{overlap,c}}{A_c}, \quad
P_{eff}(t)=\sum_c P_c \xi_c(t)
$$
- $\xi_c(t)$: fraction of country $c$ covered at time $t$  
- $A_{overlap,c}$: area of country $c$ inside satellite coverage  
- $A_c$: total area of country $c$  
- $P_c$: population assigned to country $c$  
- $P_{eff}(t)$: effective covered population at time $t$  
- $\sum_c$: aggregation over all covered countries or cells  
&lt;!--
Coverage maps geometry to user distribution.
Load determines number of active devices.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Channel loss depends on distance and environment.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SNR defines signal quality baseline.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plot supports the channel-quality discussion with measured ECDFs.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 Study on NR to Support NTN (TR 38.811)
### 3GPP
$$
\mathrm{SINR}=\frac{|h_{u,b^*}|^2}{\sum_{b\neq b^*}|h_{u,b}|^2+N}
$$
- $\mathrm{SINR}$: signal-to-interference-plus-noise ratio  
- $h_{u,b^*}$: channel gain from the serving beam $b^*$ to user $u$  
- $|h_{u,b^*}|^2$: desired received power from the selected beam  
- $h_{u,b}$: channel gain from interfering beam $b$ to user $u$  
- $\sum_{b\neq b^*}|h_{u,b}|^2$: aggregate inter-beam interference power  
- $b^*$: serving or selected beam index  
- $N$: receiver noise power  
&lt;!--
SINR includes interference from other beams.
# Enhancing LR-FHSS Scalability Through Advanced Sequence Design and Demodulator Allocation
### (Diego et al.)
$$
Y_{c,t}=f_d(n_{c,t}), \quad
\gamma_{c,t}=1-\frac{Y_{c,t}}{n_{c,t}}
$$
- $n_{c,t}$: number of transmitted packets in cell $c$ at time $t$  
- $f_d(\cdot)$: decoding function determined by LR-FHSS reception limits  
- $Y_{c,t}$: number of successfully decoded packets in cell $c$ at time $t$  
- $\gamma_{c,t}$: collision or packet-loss ratio in cell $c$ at time $t$  
- $Y_{c,t}/n_{c,t}$: fraction of packets decoded successfully  
&lt;!--
Decoding determines successful transmission.
This figure shows how successful payload delivery diverges from offered traffic.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Collision aggregated across all users.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plot supports the system-level collision discussion.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Power depends on system load.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plot links decoding saturation to demodulator allocation.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plot links congestion events to power draw.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 shows contributions, right shows observations.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End-to-End Workflow</dc:title>
  <dc:subject>PptxGenJS Presentation</dc:subject>
  <dc:creator>Created by Marp</dc:creator>
  <cp:lastModifiedBy>Created by Marp</cp:lastModifiedBy>
  <cp:revision>1</cp:revision>
  <dcterms:created xsi:type="dcterms:W3CDTF">2026-04-13T14:24:45Z</dcterms:created>
  <dcterms:modified xsi:type="dcterms:W3CDTF">2026-04-13T14:24:45Z</dcterms:modified>
</cp:coreProperties>
</file>