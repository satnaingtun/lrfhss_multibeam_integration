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explains the full workflow.
Each stage depends on the previous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Keplerian orbit propagation defines satellite motion.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Distance varies with geometry and affects signal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maps geometric overlap into covered population.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Channel loss depends on distance and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SNR defines signal quality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figure shows how successful payload delivery diverges from offered traffic.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plot supports the channel-quality discussion with measured ECDFs.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Collision aggregated across all users.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plot supports the system-level collision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 depends on system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plot links decoding saturation to demodulator allocation.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plot links congestion events to power draw.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shows contributions, right shows observations.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End-to-End Workflow</dc:title>
  <dc:subject>PptxGenJS Presentation</dc:subject>
  <dc:creator>Created by Marp</dc:creator>
  <cp:lastModifiedBy>Created by Marp</cp:lastModifiedBy>
  <cp:revision>1</cp:revision>
  <dcterms:created xsi:type="dcterms:W3CDTF">2026-04-13T15:01:13Z</dcterms:created>
  <dcterms:modified xsi:type="dcterms:W3CDTF">2026-04-13T15:01:13Z</dcterms:modified>
</cp:coreProperties>
</file>